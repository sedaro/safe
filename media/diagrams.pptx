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A10ED-6B70-15CA-A0AF-11DDC0B08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CBAD21-FFF5-E86D-0096-16FFD6A33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FBA41-12C2-0651-63C0-5233CE424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042AF-E05E-2A4D-AD3E-BFD77F0E9DE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3798F-3481-0619-4A01-9A9C7FAE3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4B607-A49E-85DC-566C-DE3B47F98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ABEA6-19A0-A14A-A7C7-7D63C67D8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199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3C981-F9DD-806E-F9EB-E9089253E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C8246-A1FB-38BD-6D70-9E18B6903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8E0E5-6D2E-064F-E728-CD4E7037C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042AF-E05E-2A4D-AD3E-BFD77F0E9DE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5E794-550D-A63F-05EB-93CA7847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15EE0-63A3-0491-3EDA-3C7B915CF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ABEA6-19A0-A14A-A7C7-7D63C67D8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14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C3A56-6076-CEB5-A740-83DEA916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AA6818-0816-FFBA-A740-4A1AEC284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D44410-C8C7-108B-E56C-0ACFE54AB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042AF-E05E-2A4D-AD3E-BFD77F0E9DE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43CE2-3C29-26A6-7B86-39E6E7091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F61CD-4250-142D-6523-1F4E57BCD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ABEA6-19A0-A14A-A7C7-7D63C67D8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49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E91B9-B891-79B8-CAE9-2CC48BA33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428C7-27FE-6203-9B80-057F099363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E920A-5559-15B8-A2C0-48E3C89D7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2CF60C-121C-BD3A-933E-1BAD732F2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042AF-E05E-2A4D-AD3E-BFD77F0E9DE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A062A-A047-B2E1-247F-97FEBFB32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67FEAA-733A-211A-2CD7-C46090D74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ABEA6-19A0-A14A-A7C7-7D63C67D8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88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9FEAD-1CD8-8C25-E0FD-767808CDF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15CB4-C9BD-5E9C-CB4B-00D01766E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7C5C6-DCA3-933D-9F4A-B6CC8BC0F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1EF70F-FDFE-B960-0BA0-01B5A25A8A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1E2A8E-0389-66B7-4E36-617377474B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D58B39-2AEE-EE55-734B-54C161C9B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042AF-E05E-2A4D-AD3E-BFD77F0E9DE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DFFC4-68C5-4670-D4B5-8843AC4FC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370712-9E72-49F2-A0B4-60C84B294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ABEA6-19A0-A14A-A7C7-7D63C67D8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081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16B1-00D4-A9F8-7777-9D6880047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9E46D-57EE-3A9D-5E48-C87FE5F36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042AF-E05E-2A4D-AD3E-BFD77F0E9DE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78EDD6-FE9C-3FDA-5E56-E67E52BEC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478A-4874-BFE6-07BA-72F39F628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ABEA6-19A0-A14A-A7C7-7D63C67D8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659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DF9E24-27E2-F918-9A67-D1FD27D5A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042AF-E05E-2A4D-AD3E-BFD77F0E9DE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304BB8-6E40-7DFD-E48B-2494F8164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E1E9F-D06B-166D-D247-15AB70CF6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ABEA6-19A0-A14A-A7C7-7D63C67D8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94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491FB-3C97-1477-127B-F551D67C2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42980-3CAC-0EEF-E17E-3F83369D1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10B73-E395-57AF-0C20-84BAC3B59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E8F3F-C672-65DB-6876-B43E72F47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042AF-E05E-2A4D-AD3E-BFD77F0E9DE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069DD-E559-4A4E-D427-41FAE281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9035C-195C-A2EF-79BF-680B9417E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ABEA6-19A0-A14A-A7C7-7D63C67D8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387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39A02-9EB6-E9F0-B811-6BBB770E2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C03BEE-0405-E943-3FEC-AA1FF47CB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8ADC7-70D2-CB3E-20AD-98ED351E0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00101-13BA-27E1-4177-CFF9437F7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042AF-E05E-2A4D-AD3E-BFD77F0E9DE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4B122D-0D04-42F3-4309-784008955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87909-BE4E-A9B2-FED1-4F743D5A8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ABEA6-19A0-A14A-A7C7-7D63C67D8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634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306A3-DEF5-CEF0-B993-8240535C0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37E393-D660-1082-EE2C-321DEEE4B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8D991-AD84-5500-FC59-E987D645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042AF-E05E-2A4D-AD3E-BFD77F0E9DE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57E22-984A-6817-21C3-1953B66FC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BAD87-7A83-0BA3-AB11-6D5BD2E07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ABEA6-19A0-A14A-A7C7-7D63C67D8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646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C4467D-6C2D-B327-A68E-2B08DFDCAA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D6C5EE-F9A4-23C2-267E-3FDB76EFB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5DFB3-9CA4-D834-162B-2DC01E0C8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042AF-E05E-2A4D-AD3E-BFD77F0E9DE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9342F-E0E8-5B21-B5D0-AFFE94F8A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E4D13-3C87-2078-CFF5-1B5528FB0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ABEA6-19A0-A14A-A7C7-7D63C67D8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50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7BABD7-B5F4-276F-4658-62C33F71C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008FD-CE5F-9B73-B524-055A6A437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B2CE9-B1F1-5360-5385-56210225FA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3042AF-E05E-2A4D-AD3E-BFD77F0E9DE0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D0B5B-843D-F657-EAF5-73CF303CE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AB61E-95C9-E2AE-CAFF-7B6E4E6B08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2ABEA6-19A0-A14A-A7C7-7D63C67D8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585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D7EE278F-4EE9-6AD3-86B9-671EE07C0DB0}"/>
              </a:ext>
            </a:extLst>
          </p:cNvPr>
          <p:cNvSpPr/>
          <p:nvPr/>
        </p:nvSpPr>
        <p:spPr>
          <a:xfrm>
            <a:off x="1175654" y="1645712"/>
            <a:ext cx="6560965" cy="3999716"/>
          </a:xfrm>
          <a:prstGeom prst="round2SameRect">
            <a:avLst>
              <a:gd name="adj1" fmla="val 2351"/>
              <a:gd name="adj2" fmla="val 2742"/>
            </a:avLst>
          </a:prstGeom>
          <a:solidFill>
            <a:schemeClr val="bg2">
              <a:lumMod val="10000"/>
            </a:schemeClr>
          </a:solidFill>
          <a:ln w="9525">
            <a:solidFill>
              <a:srgbClr val="3F45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050" dirty="0">
                <a:solidFill>
                  <a:srgbClr val="9098A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SAFE running embedded on flight computer</a:t>
            </a:r>
          </a:p>
        </p:txBody>
      </p:sp>
      <p:sp>
        <p:nvSpPr>
          <p:cNvPr id="5" name="Round Same Side Corner Rectangle 4">
            <a:extLst>
              <a:ext uri="{FF2B5EF4-FFF2-40B4-BE49-F238E27FC236}">
                <a16:creationId xmlns:a16="http://schemas.microsoft.com/office/drawing/2014/main" id="{F433A2A9-07B9-FAE8-3567-6510C26F9B6F}"/>
              </a:ext>
            </a:extLst>
          </p:cNvPr>
          <p:cNvSpPr/>
          <p:nvPr/>
        </p:nvSpPr>
        <p:spPr>
          <a:xfrm>
            <a:off x="1309254" y="2051695"/>
            <a:ext cx="4089681" cy="2154546"/>
          </a:xfrm>
          <a:prstGeom prst="round2SameRect">
            <a:avLst>
              <a:gd name="adj1" fmla="val 2253"/>
              <a:gd name="adj2" fmla="val 2414"/>
            </a:avLst>
          </a:prstGeom>
          <a:solidFill>
            <a:srgbClr val="252C36"/>
          </a:solidFill>
          <a:ln w="9525">
            <a:solidFill>
              <a:srgbClr val="3F45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sz="1000">
                <a:solidFill>
                  <a:srgbClr val="9098A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Autonomy Mode: AM01</a:t>
            </a:r>
            <a:endParaRPr lang="en-US" sz="1050">
              <a:solidFill>
                <a:srgbClr val="9098A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ound Same Side Corner Rectangle 5">
            <a:extLst>
              <a:ext uri="{FF2B5EF4-FFF2-40B4-BE49-F238E27FC236}">
                <a16:creationId xmlns:a16="http://schemas.microsoft.com/office/drawing/2014/main" id="{7BA1814E-E6B0-29E8-935F-FDC27B7C26F0}"/>
              </a:ext>
            </a:extLst>
          </p:cNvPr>
          <p:cNvSpPr/>
          <p:nvPr/>
        </p:nvSpPr>
        <p:spPr>
          <a:xfrm>
            <a:off x="1430091" y="2495337"/>
            <a:ext cx="1673352" cy="1379057"/>
          </a:xfrm>
          <a:prstGeom prst="round2SameRect">
            <a:avLst>
              <a:gd name="adj1" fmla="val 3610"/>
              <a:gd name="adj2" fmla="val 4117"/>
            </a:avLst>
          </a:prstGeom>
          <a:solidFill>
            <a:srgbClr val="283444"/>
          </a:solidFill>
          <a:ln w="9525">
            <a:solidFill>
              <a:srgbClr val="3F45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000">
                <a:solidFill>
                  <a:srgbClr val="9098A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Particle Swarm Optimizer</a:t>
            </a:r>
          </a:p>
        </p:txBody>
      </p:sp>
      <p:sp>
        <p:nvSpPr>
          <p:cNvPr id="7" name="Round Same Side Corner Rectangle 6">
            <a:extLst>
              <a:ext uri="{FF2B5EF4-FFF2-40B4-BE49-F238E27FC236}">
                <a16:creationId xmlns:a16="http://schemas.microsoft.com/office/drawing/2014/main" id="{09B2B596-89ED-0B25-FC00-1236A1473ACE}"/>
              </a:ext>
            </a:extLst>
          </p:cNvPr>
          <p:cNvSpPr/>
          <p:nvPr/>
        </p:nvSpPr>
        <p:spPr>
          <a:xfrm>
            <a:off x="1309254" y="4424442"/>
            <a:ext cx="6276291" cy="1093221"/>
          </a:xfrm>
          <a:prstGeom prst="round2SameRect">
            <a:avLst>
              <a:gd name="adj1" fmla="val 4836"/>
              <a:gd name="adj2" fmla="val 3521"/>
            </a:avLst>
          </a:prstGeom>
          <a:solidFill>
            <a:srgbClr val="252C36"/>
          </a:solidFill>
          <a:ln w="9525">
            <a:solidFill>
              <a:srgbClr val="3F45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sz="1000">
                <a:solidFill>
                  <a:srgbClr val="9098A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SAFE Router</a:t>
            </a:r>
            <a:endParaRPr lang="en-US" sz="1050">
              <a:solidFill>
                <a:srgbClr val="9098A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Round Same Side Corner Rectangle 7">
            <a:extLst>
              <a:ext uri="{FF2B5EF4-FFF2-40B4-BE49-F238E27FC236}">
                <a16:creationId xmlns:a16="http://schemas.microsoft.com/office/drawing/2014/main" id="{800E1016-F60C-911D-D4D9-8E662B8F2850}"/>
              </a:ext>
            </a:extLst>
          </p:cNvPr>
          <p:cNvSpPr/>
          <p:nvPr/>
        </p:nvSpPr>
        <p:spPr>
          <a:xfrm>
            <a:off x="1595841" y="2963918"/>
            <a:ext cx="1345539" cy="770995"/>
          </a:xfrm>
          <a:prstGeom prst="round2SameRect">
            <a:avLst>
              <a:gd name="adj1" fmla="val 6790"/>
              <a:gd name="adj2" fmla="val 6035"/>
            </a:avLst>
          </a:prstGeom>
          <a:solidFill>
            <a:srgbClr val="A5F2CC"/>
          </a:solidFill>
          <a:ln w="952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05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Day-in-the-Life EDS</a:t>
            </a:r>
          </a:p>
        </p:txBody>
      </p:sp>
      <p:sp>
        <p:nvSpPr>
          <p:cNvPr id="9" name="Round Same Side Corner Rectangle 8">
            <a:extLst>
              <a:ext uri="{FF2B5EF4-FFF2-40B4-BE49-F238E27FC236}">
                <a16:creationId xmlns:a16="http://schemas.microsoft.com/office/drawing/2014/main" id="{794E07AA-C46C-B2AE-970B-677A2BA55A57}"/>
              </a:ext>
            </a:extLst>
          </p:cNvPr>
          <p:cNvSpPr/>
          <p:nvPr/>
        </p:nvSpPr>
        <p:spPr>
          <a:xfrm>
            <a:off x="3593235" y="2495337"/>
            <a:ext cx="1673352" cy="1379057"/>
          </a:xfrm>
          <a:prstGeom prst="round2SameRect">
            <a:avLst>
              <a:gd name="adj1" fmla="val 3610"/>
              <a:gd name="adj2" fmla="val 4117"/>
            </a:avLst>
          </a:prstGeom>
          <a:solidFill>
            <a:srgbClr val="283444"/>
          </a:solidFill>
          <a:ln w="9525">
            <a:solidFill>
              <a:srgbClr val="3F45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000">
                <a:solidFill>
                  <a:srgbClr val="9098A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Monte Carlo UQ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82C2095-63BF-4ECA-ABFF-D255E6CB7EE0}"/>
              </a:ext>
            </a:extLst>
          </p:cNvPr>
          <p:cNvCxnSpPr>
            <a:cxnSpLocks/>
            <a:stCxn id="6" idx="0"/>
            <a:endCxn id="9" idx="2"/>
          </p:cNvCxnSpPr>
          <p:nvPr/>
        </p:nvCxnSpPr>
        <p:spPr>
          <a:xfrm>
            <a:off x="3103443" y="3184866"/>
            <a:ext cx="489792" cy="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0F2743E-3ED4-0854-6C79-F36F930436A0}"/>
              </a:ext>
            </a:extLst>
          </p:cNvPr>
          <p:cNvSpPr txBox="1"/>
          <p:nvPr/>
        </p:nvSpPr>
        <p:spPr>
          <a:xfrm>
            <a:off x="3130174" y="2938644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rgbClr val="AAA7A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cmd</a:t>
            </a:r>
          </a:p>
        </p:txBody>
      </p:sp>
      <p:sp>
        <p:nvSpPr>
          <p:cNvPr id="12" name="Round Same Side Corner Rectangle 11">
            <a:extLst>
              <a:ext uri="{FF2B5EF4-FFF2-40B4-BE49-F238E27FC236}">
                <a16:creationId xmlns:a16="http://schemas.microsoft.com/office/drawing/2014/main" id="{8821BED2-F770-09B7-BA5B-7B155EB8D1E8}"/>
              </a:ext>
            </a:extLst>
          </p:cNvPr>
          <p:cNvSpPr/>
          <p:nvPr/>
        </p:nvSpPr>
        <p:spPr>
          <a:xfrm>
            <a:off x="3757141" y="2963918"/>
            <a:ext cx="1345539" cy="770995"/>
          </a:xfrm>
          <a:prstGeom prst="round2SameRect">
            <a:avLst>
              <a:gd name="adj1" fmla="val 6790"/>
              <a:gd name="adj2" fmla="val 6035"/>
            </a:avLst>
          </a:prstGeom>
          <a:solidFill>
            <a:srgbClr val="A5F2CC"/>
          </a:solidFill>
          <a:ln w="952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05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Day-in-the-Life EDS</a:t>
            </a:r>
          </a:p>
        </p:txBody>
      </p:sp>
      <p:sp>
        <p:nvSpPr>
          <p:cNvPr id="13" name="Round Same Side Corner Rectangle 12">
            <a:extLst>
              <a:ext uri="{FF2B5EF4-FFF2-40B4-BE49-F238E27FC236}">
                <a16:creationId xmlns:a16="http://schemas.microsoft.com/office/drawing/2014/main" id="{C0603A9B-48E8-D4FA-4BE1-363FDF0C6915}"/>
              </a:ext>
            </a:extLst>
          </p:cNvPr>
          <p:cNvSpPr/>
          <p:nvPr/>
        </p:nvSpPr>
        <p:spPr>
          <a:xfrm>
            <a:off x="1456821" y="4787391"/>
            <a:ext cx="5984887" cy="552022"/>
          </a:xfrm>
          <a:prstGeom prst="round2SameRect">
            <a:avLst>
              <a:gd name="adj1" fmla="val 3610"/>
              <a:gd name="adj2" fmla="val 4117"/>
            </a:avLst>
          </a:prstGeom>
          <a:solidFill>
            <a:srgbClr val="283444"/>
          </a:solidFill>
          <a:ln w="9525">
            <a:solidFill>
              <a:srgbClr val="3F45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000">
                <a:solidFill>
                  <a:srgbClr val="9098A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Telemetry Conditioning and Autonomy Mode Activation/Routing Logic</a:t>
            </a:r>
          </a:p>
        </p:txBody>
      </p:sp>
      <p:sp>
        <p:nvSpPr>
          <p:cNvPr id="14" name="Round Same Side Corner Rectangle 13">
            <a:extLst>
              <a:ext uri="{FF2B5EF4-FFF2-40B4-BE49-F238E27FC236}">
                <a16:creationId xmlns:a16="http://schemas.microsoft.com/office/drawing/2014/main" id="{7D574D5B-A3AE-9890-EB36-CFAC6D89D33E}"/>
              </a:ext>
            </a:extLst>
          </p:cNvPr>
          <p:cNvSpPr/>
          <p:nvPr/>
        </p:nvSpPr>
        <p:spPr>
          <a:xfrm>
            <a:off x="5647538" y="2051695"/>
            <a:ext cx="1938007" cy="2154546"/>
          </a:xfrm>
          <a:prstGeom prst="round2SameRect">
            <a:avLst>
              <a:gd name="adj1" fmla="val 2374"/>
              <a:gd name="adj2" fmla="val 2290"/>
            </a:avLst>
          </a:prstGeom>
          <a:solidFill>
            <a:srgbClr val="252C36"/>
          </a:solidFill>
          <a:ln w="9525">
            <a:solidFill>
              <a:srgbClr val="3F45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>
              <a:lnSpc>
                <a:spcPct val="150000"/>
              </a:lnSpc>
            </a:pPr>
            <a:r>
              <a:rPr lang="en-US" sz="1000">
                <a:solidFill>
                  <a:srgbClr val="9098A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Autonomy Mode: AM02</a:t>
            </a:r>
            <a:endParaRPr lang="en-US" sz="1050">
              <a:solidFill>
                <a:srgbClr val="9098A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Round Same Side Corner Rectangle 14">
            <a:extLst>
              <a:ext uri="{FF2B5EF4-FFF2-40B4-BE49-F238E27FC236}">
                <a16:creationId xmlns:a16="http://schemas.microsoft.com/office/drawing/2014/main" id="{5A23217F-C4E0-AFC7-20B9-20385F69E15F}"/>
              </a:ext>
            </a:extLst>
          </p:cNvPr>
          <p:cNvSpPr/>
          <p:nvPr/>
        </p:nvSpPr>
        <p:spPr>
          <a:xfrm>
            <a:off x="5768375" y="2495337"/>
            <a:ext cx="1673352" cy="1379057"/>
          </a:xfrm>
          <a:prstGeom prst="round2SameRect">
            <a:avLst>
              <a:gd name="adj1" fmla="val 3610"/>
              <a:gd name="adj2" fmla="val 4117"/>
            </a:avLst>
          </a:prstGeom>
          <a:solidFill>
            <a:srgbClr val="283444"/>
          </a:solidFill>
          <a:ln w="9525">
            <a:solidFill>
              <a:srgbClr val="3F45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000">
                <a:solidFill>
                  <a:srgbClr val="9098A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Greedy</a:t>
            </a:r>
          </a:p>
          <a:p>
            <a:r>
              <a:rPr lang="en-US" sz="1000">
                <a:solidFill>
                  <a:srgbClr val="9098A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Solver</a:t>
            </a:r>
          </a:p>
        </p:txBody>
      </p:sp>
      <p:sp>
        <p:nvSpPr>
          <p:cNvPr id="16" name="Round Same Side Corner Rectangle 15">
            <a:extLst>
              <a:ext uri="{FF2B5EF4-FFF2-40B4-BE49-F238E27FC236}">
                <a16:creationId xmlns:a16="http://schemas.microsoft.com/office/drawing/2014/main" id="{5EDFC51A-D225-D7C4-6A10-F5D37DA2D25D}"/>
              </a:ext>
            </a:extLst>
          </p:cNvPr>
          <p:cNvSpPr/>
          <p:nvPr/>
        </p:nvSpPr>
        <p:spPr>
          <a:xfrm>
            <a:off x="5934125" y="2963918"/>
            <a:ext cx="1345539" cy="770995"/>
          </a:xfrm>
          <a:prstGeom prst="round2SameRect">
            <a:avLst>
              <a:gd name="adj1" fmla="val 6790"/>
              <a:gd name="adj2" fmla="val 6035"/>
            </a:avLst>
          </a:prstGeom>
          <a:solidFill>
            <a:srgbClr val="A5F2CC"/>
          </a:solidFill>
          <a:ln w="952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050">
                <a:solidFill>
                  <a:schemeClr val="bg2">
                    <a:lumMod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Iridium Contact Analysis EDS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0F83A48-FBA7-F18E-6DD4-1895DA76EF56}"/>
              </a:ext>
            </a:extLst>
          </p:cNvPr>
          <p:cNvCxnSpPr>
            <a:cxnSpLocks/>
            <a:stCxn id="9" idx="1"/>
          </p:cNvCxnSpPr>
          <p:nvPr/>
        </p:nvCxnSpPr>
        <p:spPr>
          <a:xfrm>
            <a:off x="4429911" y="3874394"/>
            <a:ext cx="0" cy="912997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B8B4086-2FAF-5A36-9A95-7B0AE6247BF0}"/>
              </a:ext>
            </a:extLst>
          </p:cNvPr>
          <p:cNvSpPr txBox="1"/>
          <p:nvPr/>
        </p:nvSpPr>
        <p:spPr>
          <a:xfrm>
            <a:off x="4429910" y="3930838"/>
            <a:ext cx="4667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rgbClr val="AAA7A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cmd*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7934875-5A58-38DB-3612-3539EF3457F0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3354095" y="4206241"/>
            <a:ext cx="0" cy="555102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CB66177-3EBA-078C-BEEC-55B62753B268}"/>
              </a:ext>
            </a:extLst>
          </p:cNvPr>
          <p:cNvSpPr txBox="1"/>
          <p:nvPr/>
        </p:nvSpPr>
        <p:spPr>
          <a:xfrm>
            <a:off x="3351462" y="4470527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rgbClr val="AAA7A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tlm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8EA5FA6-77F6-DECA-8A85-9EA0A1DCFD61}"/>
              </a:ext>
            </a:extLst>
          </p:cNvPr>
          <p:cNvCxnSpPr>
            <a:cxnSpLocks/>
          </p:cNvCxnSpPr>
          <p:nvPr/>
        </p:nvCxnSpPr>
        <p:spPr>
          <a:xfrm flipV="1">
            <a:off x="6139464" y="4215848"/>
            <a:ext cx="0" cy="552022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2B1DF5C-E7FA-7A05-C96A-5F5DA7B91A2D}"/>
              </a:ext>
            </a:extLst>
          </p:cNvPr>
          <p:cNvSpPr txBox="1"/>
          <p:nvPr/>
        </p:nvSpPr>
        <p:spPr>
          <a:xfrm>
            <a:off x="6139463" y="4490547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rgbClr val="AAA7A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tlm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E0A9506-5692-50A4-53EB-D6E226E26428}"/>
              </a:ext>
            </a:extLst>
          </p:cNvPr>
          <p:cNvCxnSpPr>
            <a:cxnSpLocks/>
          </p:cNvCxnSpPr>
          <p:nvPr/>
        </p:nvCxnSpPr>
        <p:spPr>
          <a:xfrm>
            <a:off x="7110826" y="3874394"/>
            <a:ext cx="0" cy="912997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AD528EF-DF07-429D-91F6-0CB53C040824}"/>
              </a:ext>
            </a:extLst>
          </p:cNvPr>
          <p:cNvSpPr txBox="1"/>
          <p:nvPr/>
        </p:nvSpPr>
        <p:spPr>
          <a:xfrm>
            <a:off x="7110826" y="3925205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rgbClr val="AAA7A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cmd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1737E76-3AA6-B175-8A62-F53AC451B58E}"/>
              </a:ext>
            </a:extLst>
          </p:cNvPr>
          <p:cNvCxnSpPr>
            <a:cxnSpLocks/>
          </p:cNvCxnSpPr>
          <p:nvPr/>
        </p:nvCxnSpPr>
        <p:spPr>
          <a:xfrm flipH="1">
            <a:off x="7441708" y="4928230"/>
            <a:ext cx="716330" cy="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071D06D-914F-2E02-7A6C-DB6D4209697E}"/>
              </a:ext>
            </a:extLst>
          </p:cNvPr>
          <p:cNvCxnSpPr>
            <a:cxnSpLocks/>
          </p:cNvCxnSpPr>
          <p:nvPr/>
        </p:nvCxnSpPr>
        <p:spPr>
          <a:xfrm>
            <a:off x="7441708" y="5191948"/>
            <a:ext cx="716330" cy="0"/>
          </a:xfrm>
          <a:prstGeom prst="straightConnector1">
            <a:avLst/>
          </a:prstGeom>
          <a:ln w="28575">
            <a:solidFill>
              <a:schemeClr val="bg2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43664F9-A665-5C3F-6322-4BDE6F1BFCE8}"/>
              </a:ext>
            </a:extLst>
          </p:cNvPr>
          <p:cNvSpPr txBox="1"/>
          <p:nvPr/>
        </p:nvSpPr>
        <p:spPr>
          <a:xfrm>
            <a:off x="7718448" y="5191948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rgbClr val="AAA7A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490875-B117-F27C-414E-1D3D763047AF}"/>
              </a:ext>
            </a:extLst>
          </p:cNvPr>
          <p:cNvSpPr txBox="1"/>
          <p:nvPr/>
        </p:nvSpPr>
        <p:spPr>
          <a:xfrm>
            <a:off x="7718448" y="4928229"/>
            <a:ext cx="396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>
                <a:solidFill>
                  <a:srgbClr val="AAA7A7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tlm</a:t>
            </a:r>
          </a:p>
        </p:txBody>
      </p:sp>
      <p:sp>
        <p:nvSpPr>
          <p:cNvPr id="29" name="Round Same Side Corner Rectangle 28">
            <a:extLst>
              <a:ext uri="{FF2B5EF4-FFF2-40B4-BE49-F238E27FC236}">
                <a16:creationId xmlns:a16="http://schemas.microsoft.com/office/drawing/2014/main" id="{A4F5AB74-2677-063B-70A6-779BEA1DBB6D}"/>
              </a:ext>
            </a:extLst>
          </p:cNvPr>
          <p:cNvSpPr/>
          <p:nvPr/>
        </p:nvSpPr>
        <p:spPr>
          <a:xfrm>
            <a:off x="8166103" y="1645712"/>
            <a:ext cx="2779196" cy="3999716"/>
          </a:xfrm>
          <a:prstGeom prst="round2SameRect">
            <a:avLst>
              <a:gd name="adj1" fmla="val 2637"/>
              <a:gd name="adj2" fmla="val 2742"/>
            </a:avLst>
          </a:prstGeom>
          <a:solidFill>
            <a:schemeClr val="bg2">
              <a:lumMod val="10000"/>
            </a:schemeClr>
          </a:solidFill>
          <a:ln w="9525">
            <a:solidFill>
              <a:srgbClr val="3F45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en-US" sz="1050" dirty="0">
                <a:solidFill>
                  <a:srgbClr val="9098A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Vehicle Flight Software</a:t>
            </a:r>
          </a:p>
        </p:txBody>
      </p:sp>
    </p:spTree>
    <p:extLst>
      <p:ext uri="{BB962C8B-B14F-4D97-AF65-F5344CB8AC3E}">
        <p14:creationId xmlns:p14="http://schemas.microsoft.com/office/powerpoint/2010/main" val="4010674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</Words>
  <Application>Microsoft Macintosh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Welsh</dc:creator>
  <cp:lastModifiedBy>Sebastian Welsh</cp:lastModifiedBy>
  <cp:revision>1</cp:revision>
  <dcterms:created xsi:type="dcterms:W3CDTF">2026-02-13T14:58:44Z</dcterms:created>
  <dcterms:modified xsi:type="dcterms:W3CDTF">2026-02-13T14:59:49Z</dcterms:modified>
</cp:coreProperties>
</file>